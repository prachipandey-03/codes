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18288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4572000"/>
            <a:ext cx="2011680" cy="201168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726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98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2468880"/>
            <a:ext cx="1097280" cy="10972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338328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26" name="Oval 25"/>
          <p:cNvSpPr/>
          <p:nvPr/>
        </p:nvSpPr>
        <p:spPr>
          <a:xfrm>
            <a:off x="8732520" y="3886200"/>
            <a:ext cx="822960" cy="82296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D3250"/>
                </a:solidFill>
                <a:latin typeface="Calibri"/>
              </a:defRPr>
            </a:pPr>
            <a:r>
              <a:t>Time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Work Smart, Save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82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Prachi Pandey – S25CSEU1097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398678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Nandini Arora – S25CSEU0631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Naitik Jain – S25CSEU0438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471830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Tushar Joshi – S25CSEU2000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0" y="36210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Kushagra Tailor – S25CSEU1720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0" y="398678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Gaurav Dubey – A25ARIU0059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0" y="435254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Abhinav Bhatnagar – M25BBAU0065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Arjun Singh – S25CSEU2221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57200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Understanding the basics of time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377440" cy="201168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237744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Time management means</a:t>
            </a:r>
            <a:br/>
            <a:r>
              <a:t>using time wisely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377440" cy="20116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37744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65960"/>
            <a:ext cx="640080" cy="64008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Helps us finish work</a:t>
            </a:r>
            <a:br/>
            <a:r>
              <a:t>on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645920"/>
            <a:ext cx="2377440" cy="201168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23774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196596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Very important for</a:t>
            </a:r>
            <a:br/>
            <a:r>
              <a:t>students &amp; professionals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1645920"/>
            <a:ext cx="2377440" cy="201168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59" y="1645920"/>
            <a:ext cx="237744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39" y="1965960"/>
            <a:ext cx="640080" cy="64008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Leads to better</a:t>
            </a:r>
            <a:br/>
            <a:r>
              <a:t>results and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⏱ Simple Timeline: How Time Management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983480"/>
            <a:ext cx="91440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0" y="4754880"/>
            <a:ext cx="457200" cy="4572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0" y="47548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Prioritize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4754880"/>
            <a:ext cx="457200" cy="45720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4754880"/>
            <a:ext cx="457200" cy="45720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4754880"/>
            <a:ext cx="457200" cy="45720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Importance of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Why it matters for your success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1536192"/>
            <a:ext cx="585216" cy="585216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Helps Save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Finish tasks faster with proper planning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585216" cy="585216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Reduces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Less worry about deadlines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822192"/>
            <a:ext cx="585216" cy="5852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Improves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Stay on track with your goals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965192"/>
            <a:ext cx="585216" cy="585216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Achieve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Reach your targets step by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371600"/>
            <a:ext cx="5669280" cy="47548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250"/>
                </a:solidFill>
                <a:latin typeface="Calibri"/>
              </a:defRPr>
            </a:pPr>
            <a:r>
              <a:t>📊 Productivity Increase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434840"/>
            <a:ext cx="914400" cy="960119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Without</a:t>
            </a:r>
            <a:br/>
            <a:r>
              <a:t>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3886200"/>
            <a:ext cx="914400" cy="150876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Basic</a:t>
            </a:r>
            <a:br/>
            <a:r>
              <a:t>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337560"/>
            <a:ext cx="914400" cy="20574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To-Do</a:t>
            </a:r>
            <a:br/>
            <a:r>
              <a:t>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788920"/>
            <a:ext cx="914400" cy="260604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Full Time</a:t>
            </a:r>
            <a:br/>
            <a:r>
              <a:t>Mgmt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394960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Common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Challenges that waste our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64008" cy="210312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057400"/>
            <a:ext cx="822960" cy="82296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Procrastination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Delaying work</a:t>
            </a:r>
            <a:br/>
            <a:r>
              <a:t>until last moment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1828800"/>
            <a:ext cx="228600" cy="22860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5303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64008" cy="210312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Too Much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Social media and</a:t>
            </a:r>
            <a:br/>
            <a:r>
              <a:t>endless scrolling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0" y="1828800"/>
            <a:ext cx="228600" cy="2286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5303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64008" cy="210312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443484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No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Starting work without</a:t>
            </a:r>
            <a:br/>
            <a:r>
              <a:t>a clear plan</a:t>
            </a:r>
          </a:p>
        </p:txBody>
      </p:sp>
      <p:sp>
        <p:nvSpPr>
          <p:cNvPr id="24" name="Oval 23"/>
          <p:cNvSpPr/>
          <p:nvPr/>
        </p:nvSpPr>
        <p:spPr>
          <a:xfrm>
            <a:off x="5394960" y="4206240"/>
            <a:ext cx="228600" cy="22860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0" y="3931920"/>
            <a:ext cx="5303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3931920"/>
            <a:ext cx="64008" cy="21031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443484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Priority Confusion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Not knowing what</a:t>
            </a:r>
            <a:br/>
            <a:r>
              <a:t>to do first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20" y="420624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3560" y="292608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3250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Key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Simple steps to manage your time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01168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92024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Make a</a:t>
            </a:r>
            <a:br/>
            <a:r>
              <a:t>To-Do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Write down all</a:t>
            </a:r>
            <a:br/>
            <a:r>
              <a:t>your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645920"/>
            <a:ext cx="20116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192024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Priorities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Decide what is</a:t>
            </a:r>
            <a:br/>
            <a:r>
              <a:t>most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645920"/>
            <a:ext cx="2011680" cy="54864"/>
          </a:xfrm>
          <a:prstGeom prst="rect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Divide Time</a:t>
            </a:r>
            <a:br/>
            <a:r>
              <a:t>for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Give each task</a:t>
            </a:r>
            <a:br/>
            <a:r>
              <a:t>a time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59" y="1645920"/>
            <a:ext cx="2011680" cy="54864"/>
          </a:xfrm>
          <a:prstGeom prst="rect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79" y="1920240"/>
            <a:ext cx="548640" cy="54864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Deadlines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Add a due date</a:t>
            </a:r>
            <a:br/>
            <a:r>
              <a:t>for each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645920"/>
            <a:ext cx="201168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15600" y="192024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Review &amp;</a:t>
            </a:r>
            <a:br/>
            <a:r>
              <a:t>Improve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Check progress</a:t>
            </a:r>
            <a:br/>
            <a:r>
              <a:t>and adjust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82FF"/>
                </a:solidFill>
                <a:latin typeface="Calibri"/>
              </a:defRPr>
            </a:pPr>
            <a:r>
              <a:t>✅ List Tasks    →    ✅ Prioritize    →    ✅ Allocate Time    →    ✅ Set Deadlines    →    ✅ Review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Popular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Proven techniques used by successful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Pomodoro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Work for 25 min + 5 min break</a:t>
            </a:r>
            <a:br/>
            <a:r>
              <a:t>Stay focused in short bursts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" cy="182880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80/20 Rule (Pareto)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Focus on 20% tasks that give</a:t>
            </a:r>
            <a:br/>
            <a:r>
              <a:t>80% of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📋 Eisenhower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920240"/>
            <a:ext cx="3017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1920240"/>
            <a:ext cx="3017520" cy="4572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9696"/>
                </a:solidFill>
                <a:latin typeface="Calibri"/>
              </a:defRPr>
            </a:pPr>
            <a:r>
              <a:t>DO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Important</a:t>
            </a:r>
            <a:br/>
            <a:br/>
            <a:r>
              <a:t>• Crisis tasks</a:t>
            </a:r>
            <a:br/>
            <a:r>
              <a:t>• Deadlines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920240"/>
            <a:ext cx="3017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920240"/>
            <a:ext cx="30175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2AAFF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Important</a:t>
            </a:r>
            <a:br/>
            <a:br/>
            <a:r>
              <a:t>• Study planning</a:t>
            </a:r>
            <a:br/>
            <a:r>
              <a:t>• Skill building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160520"/>
            <a:ext cx="3017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4160520"/>
            <a:ext cx="3017520" cy="45720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92"/>
                </a:solidFill>
                <a:latin typeface="Calibri"/>
              </a:defRPr>
            </a:pPr>
            <a:r>
              <a:t>DELEGATE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Not Important</a:t>
            </a:r>
            <a:br/>
            <a:br/>
            <a:r>
              <a:t>• Some emails</a:t>
            </a:r>
            <a:br/>
            <a:r>
              <a:t>• Phone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160520"/>
            <a:ext cx="3017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4160520"/>
            <a:ext cx="30175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ELIMINATE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Not Important</a:t>
            </a:r>
            <a:br/>
            <a:br/>
            <a:r>
              <a:t>• Social media</a:t>
            </a:r>
            <a:br/>
            <a:r>
              <a:t>• Time wasters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← URGENT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NOT URGENT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Tools for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Digital tools that help you stay organized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51760" cy="457200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8308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Google</a:t>
            </a:r>
            <a:br/>
            <a:r>
              <a:t>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Schedule events</a:t>
            </a:r>
            <a:br/>
            <a:r>
              <a:t>&amp; set reminders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16966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Free to use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3542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Syncs all devices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0118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Color coding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6694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554480"/>
            <a:ext cx="2651760" cy="457200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0" y="178308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Notes, tasks &amp;</a:t>
            </a:r>
            <a:br/>
            <a:r>
              <a:t>project 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16966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All-in-one tool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0" y="453542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490118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Team sharing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26694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554480"/>
            <a:ext cx="2651760" cy="457200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23760" y="1783080"/>
            <a:ext cx="822960" cy="82296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To-Do</a:t>
            </a:r>
            <a:br/>
            <a:r>
              <a:t>Apps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daily tasks</a:t>
            </a:r>
            <a:br/>
            <a:r>
              <a:t>&amp; checklists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416966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Simple lists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453542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Due dates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90118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Priorities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526694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Daily planner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554480"/>
            <a:ext cx="2651760" cy="457200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9840" y="178308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Pomodoro</a:t>
            </a:r>
            <a:br/>
            <a:r>
              <a:t>Timers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Focus timer with</a:t>
            </a:r>
            <a:br/>
            <a:r>
              <a:t>work + breaks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09760" y="416966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25 min focus</a:t>
            </a:r>
          </a:p>
        </p:txBody>
      </p:sp>
      <p:sp>
        <p:nvSpPr>
          <p:cNvPr id="57" name="Oval 56"/>
          <p:cNvSpPr/>
          <p:nvPr/>
        </p:nvSpPr>
        <p:spPr>
          <a:xfrm>
            <a:off x="9509760" y="453542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5 min breaks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0" y="490118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836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sessions</a:t>
            </a:r>
          </a:p>
        </p:txBody>
      </p:sp>
      <p:sp>
        <p:nvSpPr>
          <p:cNvPr id="61" name="Oval 60"/>
          <p:cNvSpPr/>
          <p:nvPr/>
        </p:nvSpPr>
        <p:spPr>
          <a:xfrm>
            <a:off x="9509760" y="526694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Stay focused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Tips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Easy habits to manage your time better</a:t>
            </a:r>
          </a:p>
        </p:txBody>
      </p:sp>
      <p:sp>
        <p:nvSpPr>
          <p:cNvPr id="7" name="Oval 6"/>
          <p:cNvSpPr/>
          <p:nvPr/>
        </p:nvSpPr>
        <p:spPr>
          <a:xfrm>
            <a:off x="9875520" y="182880"/>
            <a:ext cx="2011680" cy="20116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411480" cy="41148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Do One Task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Multitasking reduces quality.</a:t>
            </a:r>
            <a:br/>
            <a:r>
              <a:t>Focus on a single task for best results.</a:t>
            </a:r>
          </a:p>
        </p:txBody>
      </p:sp>
      <p:sp>
        <p:nvSpPr>
          <p:cNvPr id="13" name="Oval 12"/>
          <p:cNvSpPr/>
          <p:nvPr/>
        </p:nvSpPr>
        <p:spPr>
          <a:xfrm>
            <a:off x="10698480" y="150876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411480" cy="4114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87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Take Small 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Short breaks help recharge your brain.</a:t>
            </a:r>
            <a:br/>
            <a:r>
              <a:t>Try 5-10 minutes between study sessions.</a:t>
            </a:r>
          </a:p>
        </p:txBody>
      </p:sp>
      <p:sp>
        <p:nvSpPr>
          <p:cNvPr id="18" name="Oval 17"/>
          <p:cNvSpPr/>
          <p:nvPr/>
        </p:nvSpPr>
        <p:spPr>
          <a:xfrm>
            <a:off x="10698480" y="256032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41148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Plan Your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Spend 5 minutes each morning</a:t>
            </a:r>
            <a:br/>
            <a:r>
              <a:t>writing your plan for the day.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361188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59"/>
            <a:ext cx="411480" cy="4114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908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Avoid Distractions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83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Keep phone away while studying.</a:t>
            </a:r>
            <a:br/>
            <a:r>
              <a:t>Find a quiet place to focus.</a:t>
            </a:r>
          </a:p>
        </p:txBody>
      </p:sp>
      <p:sp>
        <p:nvSpPr>
          <p:cNvPr id="29" name="Oval 28"/>
          <p:cNvSpPr/>
          <p:nvPr/>
        </p:nvSpPr>
        <p:spPr>
          <a:xfrm>
            <a:off x="10698480" y="4663439"/>
            <a:ext cx="548640" cy="54864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760720"/>
            <a:ext cx="411480" cy="41148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Set Small Goals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Break big tasks into small steps.</a:t>
            </a:r>
            <a:br/>
            <a:r>
              <a:t>Celebrate each small win!</a:t>
            </a:r>
          </a:p>
        </p:txBody>
      </p:sp>
      <p:sp>
        <p:nvSpPr>
          <p:cNvPr id="35" name="Oval 34"/>
          <p:cNvSpPr/>
          <p:nvPr/>
        </p:nvSpPr>
        <p:spPr>
          <a:xfrm>
            <a:off x="10698480" y="5715000"/>
            <a:ext cx="548640" cy="5486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Real-Life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A student's journey with time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6400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😰 BEFORE (No Time Management)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Wakes up late, no plan for the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Scrolls phone for 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Starts homework at night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Feels stressed and tired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Misses deadlines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No time for fun or hobbies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 Emoji"/>
              </a:defRPr>
            </a:pPr>
            <a: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😊 AFTER (With Time Management)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Wakes up early, plans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Limits phone to 30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Finishes homework by evening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Feels calm and confident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Submits work 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Has time for sports &amp; hobbies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Key takeaways from our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5455310" y="2560320"/>
            <a:ext cx="1280160" cy="1280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3870" y="3886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9" name="Oval 8"/>
          <p:cNvSpPr/>
          <p:nvPr/>
        </p:nvSpPr>
        <p:spPr>
          <a:xfrm>
            <a:off x="4258501" y="196596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5621" y="28346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Time Mgmt</a:t>
            </a:r>
            <a:br/>
            <a:r>
              <a:t>Saves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683910" y="1143000"/>
            <a:ext cx="822960" cy="82296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1030" y="20116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Makes Life</a:t>
            </a:r>
            <a:br/>
            <a:r>
              <a:t>Easy</a:t>
            </a:r>
          </a:p>
        </p:txBody>
      </p:sp>
      <p:sp>
        <p:nvSpPr>
          <p:cNvPr id="13" name="Oval 12"/>
          <p:cNvSpPr/>
          <p:nvPr/>
        </p:nvSpPr>
        <p:spPr>
          <a:xfrm>
            <a:off x="7109318" y="196596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6438" y="28346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Small Habits</a:t>
            </a:r>
            <a:br/>
            <a:r>
              <a:t>= Big Success</a:t>
            </a:r>
          </a:p>
        </p:txBody>
      </p:sp>
      <p:sp>
        <p:nvSpPr>
          <p:cNvPr id="15" name="Oval 14"/>
          <p:cNvSpPr/>
          <p:nvPr/>
        </p:nvSpPr>
        <p:spPr>
          <a:xfrm>
            <a:off x="7109318" y="3611880"/>
            <a:ext cx="822960" cy="82296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6438" y="44805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Stay Focused</a:t>
            </a:r>
            <a:br/>
            <a:r>
              <a:t>&amp; Organized</a:t>
            </a:r>
          </a:p>
        </p:txBody>
      </p:sp>
      <p:sp>
        <p:nvSpPr>
          <p:cNvPr id="17" name="Oval 16"/>
          <p:cNvSpPr/>
          <p:nvPr/>
        </p:nvSpPr>
        <p:spPr>
          <a:xfrm>
            <a:off x="5683910" y="4434840"/>
            <a:ext cx="822960" cy="82296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1030" y="53035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Better Grades</a:t>
            </a:r>
            <a:br/>
            <a:r>
              <a:t>&amp; 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4258501" y="3611880"/>
            <a:ext cx="822960" cy="82296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5621" y="44805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Achieve Your</a:t>
            </a:r>
            <a:br/>
            <a:r>
              <a:t>Goals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035040"/>
            <a:ext cx="9418320" cy="5943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6080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Calibri"/>
              </a:defRPr>
            </a:pPr>
            <a:r>
              <a:t>💡 "The key is not to prioritize what's on your schedule, but to schedule your priorities."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645920" cy="1645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645920" cy="16459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4754880"/>
            <a:ext cx="1645920" cy="16459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4754880"/>
            <a:ext cx="1645920" cy="1645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D3250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017520"/>
            <a:ext cx="21031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91840" y="329184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0" y="3291840"/>
            <a:ext cx="731520" cy="73152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31" name="Oval 30"/>
          <p:cNvSpPr/>
          <p:nvPr/>
        </p:nvSpPr>
        <p:spPr>
          <a:xfrm>
            <a:off x="6583679" y="3291840"/>
            <a:ext cx="731520" cy="73152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32" name="Oval 31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82A0"/>
                </a:solidFill>
                <a:latin typeface="Calibri"/>
              </a:defRPr>
            </a:pPr>
            <a:r>
              <a:t>Time Management  |  Work Smart, Save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